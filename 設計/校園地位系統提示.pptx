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8CDF3-F26A-E268-9FE1-6FD7BB836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FD32A2-88EE-B9C8-6293-0CB6FBBFC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22B5A9-4DD7-80C6-D7D0-497C49D1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5F5945-F8E1-1448-B493-B77FDE87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75892-E43A-34D8-E64A-E88FC8DA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43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7BB7E-512C-1E42-8018-8D751205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EE9F10-E7D2-0B22-C357-B37D29670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6E6E25-54B1-A4BB-3A56-452691E8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FD98CE-70CD-7C91-FCCF-A0215C91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F45621-68C8-28A5-8CAE-FE174E94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40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29DEB-48C1-64AF-8FC0-9A28FF7E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0B0157-5E1B-7ECF-B966-006C37792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D35C94-241D-75CD-578E-8EC25E12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EBD4D7-A027-F6BC-3785-5B831114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864E1B-6FDA-16E3-9D96-0FDBA0EA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181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0BFD3-E1B7-DBB8-63E5-94E782A2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842234-117D-BAE2-058A-0CFB8B216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B00D20-E0A5-E5A8-F99D-CA139FCEF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ABB6C-CAA7-B9FE-1167-A34C1DCA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98EB43-58DD-100A-9919-2A06F906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BB90DB-1079-A060-BF2C-B0430469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7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3BA3D8-3DCC-D828-592E-4E5264B0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501A40-74FC-9EC7-7558-80A97E8F0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2BDBCAD-784A-018E-507B-4A2CC387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EFAB864-F96B-55E8-00AF-398612A8E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21F3A26-523C-77A2-99F4-7729DD118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0551AF0-B7DB-D3DB-6479-3FE75CAB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67F86A8-DD6F-6307-BE38-9D3EF678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3740F56-01E8-4EF0-F035-30637266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93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AF28DB-B168-4159-6E6A-441099DB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E27B88-EBAB-F37B-C861-F3F06E441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5556F6-C4A9-053D-5777-338E52EC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E150A3-C592-122D-EEF1-145F855D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222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D7A982-A749-51C4-1D0F-49E96676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26DBDAB-B05E-E3FD-7CFC-772EFE6B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B4C91-7C95-EC05-F77F-D9C27FC8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84625C-6BD6-CF40-7A0B-90D68F2B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778140-25FD-6AFF-13DB-5E4A9C7EC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C6748C-DF65-5B46-4A9C-F3906DB28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2F8051-CB87-352A-BAF5-82C5B89A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F3F0CE-BE07-91CB-D19D-740D12CD8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C12075-AD1E-2D61-B44B-40C0EC01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09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4BB83-10C2-7EFB-E648-19E89C71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AA614AB-0DB7-FC68-6177-2001434B2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B2955A-D54B-AA5D-7103-2A3F35D1E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8FC246-68F6-BF8D-82DB-C41B47BA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D7AB3F-C6BC-93DF-E0EF-87FF7B9F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A6A98C-CBF8-0A93-604F-D50154DE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495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B86D3-BF31-3243-A4E6-E0AA20B0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205252-1B42-4348-6A32-205D601EB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EC7294-FA94-75C8-A869-123B382D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73F965-1656-ED55-D71A-EC61D23B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B9210B-934E-7746-13FF-5EDB5FB2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12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4EE5693-9E0A-5EC2-EB44-D4C342F54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BEDD9C-F913-F5F8-4F78-D8C35A60A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DD82AD-8F5C-D44A-1C15-3D0CB695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E2689A-164F-3239-1495-C8B61130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A9C45B-CBF9-401B-3A09-8C6252F7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70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67E5AF0-ECDC-21BF-7213-F4AFF786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2852F55-C42D-44FC-1BCF-0230B3426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20CE2-51E4-8160-8ABA-09EB39476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33DCC-2264-4FBF-A387-97BAB7C8876A}" type="datetimeFigureOut">
              <a:rPr lang="zh-TW" altLang="en-US" smtClean="0"/>
              <a:t>2025/4/20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894F96-CA84-B1DE-30F7-494BC164B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505EC4-67D8-BF2C-A3AA-08EFD5454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9573E-06CB-4396-B2EB-957B76FA6D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16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D014BAE-0C86-8294-2DED-11454C6E4A3E}"/>
              </a:ext>
            </a:extLst>
          </p:cNvPr>
          <p:cNvSpPr txBox="1"/>
          <p:nvPr/>
        </p:nvSpPr>
        <p:spPr>
          <a:xfrm>
            <a:off x="204538" y="1056054"/>
            <a:ext cx="5654841" cy="2624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📍 手機與定位器導航的實作方式：</a:t>
            </a:r>
          </a:p>
          <a:p>
            <a:pPr>
              <a:buNone/>
            </a:pPr>
            <a:r>
              <a:rPr lang="en-US" altLang="zh-TW" b="1" dirty="0"/>
              <a:t>1. </a:t>
            </a:r>
            <a:r>
              <a:rPr lang="zh-TW" altLang="en-US" b="1" dirty="0"/>
              <a:t>藍牙 </a:t>
            </a:r>
            <a:r>
              <a:rPr lang="en-US" altLang="zh-TW" b="1" dirty="0"/>
              <a:t>Beacon + </a:t>
            </a:r>
            <a:r>
              <a:rPr lang="zh-TW" altLang="en-US" b="1" dirty="0"/>
              <a:t>手機藍牙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</a:t>
            </a:r>
            <a:r>
              <a:rPr lang="zh-TW" altLang="en-US" dirty="0"/>
              <a:t>：</a:t>
            </a:r>
            <a:r>
              <a:rPr lang="en-US" altLang="zh-TW" dirty="0"/>
              <a:t>Beacon </a:t>
            </a:r>
            <a:r>
              <a:rPr lang="zh-TW" altLang="en-US" dirty="0"/>
              <a:t>會定期發出藍牙訊號，手機接收到訊號後可根據 </a:t>
            </a:r>
            <a:r>
              <a:rPr lang="en-US" altLang="zh-TW" dirty="0"/>
              <a:t>RSSI</a:t>
            </a:r>
            <a:r>
              <a:rPr lang="zh-TW" altLang="en-US" dirty="0"/>
              <a:t>（訊號強度）估算距離。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適合場景</a:t>
            </a:r>
            <a:r>
              <a:rPr lang="zh-TW" altLang="en-US" dirty="0"/>
              <a:t>：室內定位、博物館導覽、校園室內導航。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優點</a:t>
            </a:r>
            <a:r>
              <a:rPr lang="zh-TW" altLang="en-US" dirty="0"/>
              <a:t>：不依賴 </a:t>
            </a:r>
            <a:r>
              <a:rPr lang="en-US" altLang="zh-TW" dirty="0"/>
              <a:t>Wi-Fi</a:t>
            </a:r>
            <a:r>
              <a:rPr lang="zh-TW" altLang="en-US" dirty="0"/>
              <a:t>，低功耗。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缺點</a:t>
            </a:r>
            <a:r>
              <a:rPr lang="zh-TW" altLang="en-US" dirty="0"/>
              <a:t>：精度有限（誤差通常在 </a:t>
            </a:r>
            <a:r>
              <a:rPr lang="en-US" altLang="zh-TW" dirty="0"/>
              <a:t>1</a:t>
            </a:r>
            <a:r>
              <a:rPr lang="zh-TW" altLang="en-US" dirty="0"/>
              <a:t>～</a:t>
            </a:r>
            <a:r>
              <a:rPr lang="en-US" altLang="zh-TW" dirty="0"/>
              <a:t>3 </a:t>
            </a:r>
            <a:r>
              <a:rPr lang="zh-TW" altLang="en-US" dirty="0"/>
              <a:t>公尺之間）。</a:t>
            </a:r>
          </a:p>
          <a:p>
            <a:pPr>
              <a:buNone/>
            </a:pPr>
            <a:endParaRPr lang="en-US" altLang="zh-TW" b="1" dirty="0"/>
          </a:p>
          <a:p>
            <a:pPr>
              <a:buNone/>
            </a:pPr>
            <a:endParaRPr lang="en-US" altLang="zh-TW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0857FE-C445-0888-06A2-E19BFBDA4DA5}"/>
              </a:ext>
            </a:extLst>
          </p:cNvPr>
          <p:cNvSpPr txBox="1"/>
          <p:nvPr/>
        </p:nvSpPr>
        <p:spPr>
          <a:xfrm>
            <a:off x="6332623" y="1146428"/>
            <a:ext cx="58593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2. Wi-Fi </a:t>
            </a:r>
            <a:r>
              <a:rPr lang="zh-TW" altLang="en-US" b="1" dirty="0"/>
              <a:t>定位 </a:t>
            </a:r>
            <a:r>
              <a:rPr lang="en-US" altLang="zh-TW" b="1" dirty="0"/>
              <a:t>+ </a:t>
            </a:r>
            <a:r>
              <a:rPr lang="zh-TW" altLang="en-US" b="1" dirty="0"/>
              <a:t>手機 </a:t>
            </a:r>
            <a:r>
              <a:rPr lang="en-US" altLang="zh-TW" b="1" dirty="0"/>
              <a:t>Wi-Fi </a:t>
            </a:r>
            <a:r>
              <a:rPr lang="zh-TW" altLang="en-US" b="1" dirty="0"/>
              <a:t>模組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</a:t>
            </a:r>
            <a:r>
              <a:rPr lang="zh-TW" altLang="en-US" dirty="0"/>
              <a:t>：根據周遭 </a:t>
            </a:r>
            <a:r>
              <a:rPr lang="en-US" altLang="zh-TW" dirty="0"/>
              <a:t>Wi-Fi </a:t>
            </a:r>
            <a:r>
              <a:rPr lang="zh-TW" altLang="en-US" dirty="0"/>
              <a:t>熱點的位置與訊號強度來估算手機的位置。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適合場景</a:t>
            </a:r>
            <a:r>
              <a:rPr lang="zh-TW" altLang="en-US" dirty="0"/>
              <a:t>：大型商場、校園、車站等。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優點</a:t>
            </a:r>
            <a:r>
              <a:rPr lang="zh-TW" altLang="en-US" dirty="0"/>
              <a:t>：不需額外裝置，只要有 </a:t>
            </a:r>
            <a:r>
              <a:rPr lang="en-US" altLang="zh-TW" dirty="0"/>
              <a:t>Wi-Fi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缺點</a:t>
            </a:r>
            <a:r>
              <a:rPr lang="zh-TW" altLang="en-US" dirty="0"/>
              <a:t>：需先建立 </a:t>
            </a:r>
            <a:r>
              <a:rPr lang="en-US" altLang="zh-TW" dirty="0"/>
              <a:t>Wi-Fi </a:t>
            </a:r>
            <a:r>
              <a:rPr lang="zh-TW" altLang="en-US" dirty="0"/>
              <a:t>熱點地圖，更新不易。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07E374-E5AC-F2AA-85E1-4946176B046D}"/>
              </a:ext>
            </a:extLst>
          </p:cNvPr>
          <p:cNvSpPr txBox="1"/>
          <p:nvPr/>
        </p:nvSpPr>
        <p:spPr>
          <a:xfrm>
            <a:off x="204538" y="3957246"/>
            <a:ext cx="58894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3. UWB</a:t>
            </a:r>
            <a:r>
              <a:rPr lang="zh-TW" altLang="en-US" b="1" dirty="0"/>
              <a:t>（</a:t>
            </a:r>
            <a:r>
              <a:rPr lang="en-US" altLang="zh-TW" b="1" dirty="0"/>
              <a:t>Ultra Wideband</a:t>
            </a:r>
            <a:r>
              <a:rPr lang="zh-TW" altLang="en-US" b="1" dirty="0"/>
              <a:t>）定位器 </a:t>
            </a:r>
            <a:r>
              <a:rPr lang="en-US" altLang="zh-TW" b="1" dirty="0"/>
              <a:t>+ </a:t>
            </a:r>
            <a:r>
              <a:rPr lang="zh-TW" altLang="en-US" b="1" dirty="0"/>
              <a:t>手機支援 </a:t>
            </a:r>
            <a:r>
              <a:rPr lang="en-US" altLang="zh-TW" b="1" dirty="0"/>
              <a:t>UWB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</a:t>
            </a:r>
            <a:r>
              <a:rPr lang="zh-TW" altLang="en-US" dirty="0"/>
              <a:t>：超寬頻技術提供公分等級精度。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適合場景</a:t>
            </a:r>
            <a:r>
              <a:rPr lang="zh-TW" altLang="en-US" dirty="0"/>
              <a:t>：高精度應用（如自動停車、</a:t>
            </a:r>
            <a:r>
              <a:rPr lang="en-US" altLang="zh-TW" dirty="0"/>
              <a:t>AR </a:t>
            </a:r>
            <a:r>
              <a:rPr lang="zh-TW" altLang="en-US" dirty="0"/>
              <a:t>導覽）。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優點</a:t>
            </a:r>
            <a:r>
              <a:rPr lang="zh-TW" altLang="en-US" dirty="0"/>
              <a:t>：精準度高。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缺點</a:t>
            </a:r>
            <a:r>
              <a:rPr lang="zh-TW" altLang="en-US" dirty="0"/>
              <a:t>：成本高，手機與定位器皆需支援 </a:t>
            </a:r>
            <a:r>
              <a:rPr lang="en-US" altLang="zh-TW" dirty="0"/>
              <a:t>UWB</a:t>
            </a:r>
            <a:r>
              <a:rPr lang="zh-TW" altLang="en-US" dirty="0"/>
              <a:t>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287DFE-D2AA-A252-16B4-950962160703}"/>
              </a:ext>
            </a:extLst>
          </p:cNvPr>
          <p:cNvSpPr txBox="1"/>
          <p:nvPr/>
        </p:nvSpPr>
        <p:spPr>
          <a:xfrm>
            <a:off x="6093995" y="3957246"/>
            <a:ext cx="60939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b="1" dirty="0"/>
              <a:t>4. GPS + </a:t>
            </a:r>
            <a:r>
              <a:rPr lang="zh-TW" altLang="en-US" b="1" dirty="0"/>
              <a:t>設定特定目標點（導航點）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原理</a:t>
            </a:r>
            <a:r>
              <a:rPr lang="zh-TW" altLang="en-US" dirty="0"/>
              <a:t>：戶外場景下，直接用 </a:t>
            </a:r>
            <a:r>
              <a:rPr lang="en-US" altLang="zh-TW" dirty="0"/>
              <a:t>GPS </a:t>
            </a:r>
            <a:r>
              <a:rPr lang="zh-TW" altLang="en-US" dirty="0"/>
              <a:t>座標與目標點距離與方向導航。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適合場景</a:t>
            </a:r>
            <a:r>
              <a:rPr lang="zh-TW" altLang="en-US" dirty="0"/>
              <a:t>：戶外校園導覽、景點導航。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優點</a:t>
            </a:r>
            <a:r>
              <a:rPr lang="zh-TW" altLang="en-US" dirty="0"/>
              <a:t>：精準度穩定（在空曠地區）。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缺點</a:t>
            </a:r>
            <a:r>
              <a:rPr lang="zh-TW" altLang="en-US" dirty="0"/>
              <a:t>：不適合室內或遮蔽地區。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63F686-D915-8B0D-38E0-29688F15A90B}"/>
              </a:ext>
            </a:extLst>
          </p:cNvPr>
          <p:cNvSpPr txBox="1"/>
          <p:nvPr/>
        </p:nvSpPr>
        <p:spPr>
          <a:xfrm>
            <a:off x="3844089" y="317391"/>
            <a:ext cx="403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技術使用建議</a:t>
            </a:r>
          </a:p>
        </p:txBody>
      </p:sp>
    </p:spTree>
    <p:extLst>
      <p:ext uri="{BB962C8B-B14F-4D97-AF65-F5344CB8AC3E}">
        <p14:creationId xmlns:p14="http://schemas.microsoft.com/office/powerpoint/2010/main" val="204237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FE0734D-18A0-AA74-0F6A-B2699257DD87}"/>
              </a:ext>
            </a:extLst>
          </p:cNvPr>
          <p:cNvSpPr txBox="1"/>
          <p:nvPr/>
        </p:nvSpPr>
        <p:spPr>
          <a:xfrm>
            <a:off x="2006" y="0"/>
            <a:ext cx="609399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╔══════════════════════════════════╗</a:t>
            </a:r>
          </a:p>
          <a:p>
            <a:r>
              <a:rPr lang="zh-TW" altLang="en-US" dirty="0"/>
              <a:t>║          使用者手機端 (原生 App)        ║</a:t>
            </a:r>
          </a:p>
          <a:p>
            <a:r>
              <a:rPr lang="zh-TW" altLang="en-US" dirty="0"/>
              <a:t>╠══════════════════════════════════╣</a:t>
            </a:r>
          </a:p>
          <a:p>
            <a:r>
              <a:rPr lang="zh-TW" altLang="en-US" dirty="0"/>
              <a:t>║ 📱 UI 顯示層                         ║</a:t>
            </a:r>
          </a:p>
          <a:p>
            <a:r>
              <a:rPr lang="zh-TW" altLang="en-US" dirty="0"/>
              <a:t>║  ├─ 登入 / 註冊（Firebase Auth）       ║</a:t>
            </a:r>
          </a:p>
          <a:p>
            <a:r>
              <a:rPr lang="zh-TW" altLang="en-US" dirty="0"/>
              <a:t>║  ├─ 校園地圖顯示（Mapbox / Google Map）║</a:t>
            </a:r>
          </a:p>
          <a:p>
            <a:r>
              <a:rPr lang="zh-TW" altLang="en-US" dirty="0"/>
              <a:t>║  ├─ 搜尋與導航介面                    ║</a:t>
            </a:r>
          </a:p>
          <a:p>
            <a:r>
              <a:rPr lang="zh-TW" altLang="en-US" dirty="0"/>
              <a:t>║  ├─ AR 指引（可選：ARKit / ARCore）    ║</a:t>
            </a:r>
          </a:p>
          <a:p>
            <a:r>
              <a:rPr lang="zh-TW" altLang="en-US" dirty="0"/>
              <a:t>║  └─ Beacon 訊號偵測與接收              ║</a:t>
            </a:r>
          </a:p>
          <a:p>
            <a:r>
              <a:rPr lang="zh-TW" altLang="en-US" dirty="0"/>
              <a:t>╠══════════════════════════════════╣</a:t>
            </a:r>
          </a:p>
          <a:p>
            <a:r>
              <a:rPr lang="zh-TW" altLang="en-US" dirty="0"/>
              <a:t>║ 📍 定位模組                          ║</a:t>
            </a:r>
          </a:p>
          <a:p>
            <a:r>
              <a:rPr lang="zh-TW" altLang="en-US" dirty="0"/>
              <a:t>║  ├─ GPS 定位（室外）                  ║</a:t>
            </a:r>
          </a:p>
          <a:p>
            <a:r>
              <a:rPr lang="zh-TW" altLang="en-US" dirty="0"/>
              <a:t>║  ├─ 藍牙 Beacon 定位（室內）           ║</a:t>
            </a:r>
          </a:p>
          <a:p>
            <a:r>
              <a:rPr lang="zh-TW" altLang="en-US" dirty="0"/>
              <a:t>║  └─ 混合演算法（融合 Beacon 與 GPS）   ║</a:t>
            </a:r>
          </a:p>
          <a:p>
            <a:r>
              <a:rPr lang="zh-TW" altLang="en-US" dirty="0"/>
              <a:t>╠══════════════════════════════════╣</a:t>
            </a:r>
          </a:p>
          <a:p>
            <a:r>
              <a:rPr lang="zh-TW" altLang="en-US" dirty="0"/>
              <a:t>║ 🔧 路線計算模組（本地或雲端）          ║</a:t>
            </a:r>
          </a:p>
          <a:p>
            <a:r>
              <a:rPr lang="zh-TW" altLang="en-US" dirty="0"/>
              <a:t>║  ├─ 基於節點的地圖數據（室內自製）      ║</a:t>
            </a:r>
          </a:p>
          <a:p>
            <a:r>
              <a:rPr lang="zh-TW" altLang="en-US" dirty="0"/>
              <a:t>║  └─ Dijkstra / A* 算法導出最佳路徑       ║</a:t>
            </a:r>
          </a:p>
          <a:p>
            <a:r>
              <a:rPr lang="zh-TW" altLang="en-US" dirty="0"/>
              <a:t>╠══════════════════════════════════╣</a:t>
            </a:r>
          </a:p>
          <a:p>
            <a:r>
              <a:rPr lang="zh-TW" altLang="en-US" dirty="0"/>
              <a:t>║ 🔄 通訊層（與 Firebase 互動）          ║</a:t>
            </a:r>
          </a:p>
          <a:p>
            <a:r>
              <a:rPr lang="zh-TW" altLang="en-US" dirty="0"/>
              <a:t>║  ├─ Firestore 地點資料讀取             ║</a:t>
            </a:r>
          </a:p>
          <a:p>
            <a:r>
              <a:rPr lang="zh-TW" altLang="en-US" dirty="0"/>
              <a:t>║  ├─ Beacon ID ↔ 空間位置對應表         ║</a:t>
            </a:r>
          </a:p>
          <a:p>
            <a:r>
              <a:rPr lang="zh-TW" altLang="en-US" dirty="0"/>
              <a:t>║  └─ 使用者歷史紀錄 / 導航請求           ║</a:t>
            </a:r>
          </a:p>
          <a:p>
            <a:r>
              <a:rPr lang="zh-TW" altLang="en-US" dirty="0"/>
              <a:t>╚══════════════════════════════════╝</a:t>
            </a:r>
          </a:p>
          <a:p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405E9B-40F1-5187-982C-0ED74C25CD0B}"/>
              </a:ext>
            </a:extLst>
          </p:cNvPr>
          <p:cNvSpPr txBox="1"/>
          <p:nvPr/>
        </p:nvSpPr>
        <p:spPr>
          <a:xfrm>
            <a:off x="6071938" y="1246495"/>
            <a:ext cx="61180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 ↓ 雲端平台支援</a:t>
            </a:r>
          </a:p>
          <a:p>
            <a:r>
              <a:rPr lang="zh-TW" altLang="en-US" dirty="0"/>
              <a:t>════════════════════════════════════════</a:t>
            </a:r>
          </a:p>
          <a:p>
            <a:endParaRPr lang="zh-TW" altLang="en-US" dirty="0"/>
          </a:p>
          <a:p>
            <a:r>
              <a:rPr lang="zh-TW" altLang="en-US" dirty="0"/>
              <a:t>╔══════════════════════════════════╗</a:t>
            </a:r>
          </a:p>
          <a:p>
            <a:r>
              <a:rPr lang="zh-TW" altLang="en-US" dirty="0"/>
              <a:t>║          Firebase 雲端架構           ║</a:t>
            </a:r>
          </a:p>
          <a:p>
            <a:r>
              <a:rPr lang="zh-TW" altLang="en-US" dirty="0"/>
              <a:t>╠══════════════════════════════════╣</a:t>
            </a:r>
          </a:p>
          <a:p>
            <a:r>
              <a:rPr lang="zh-TW" altLang="en-US" dirty="0"/>
              <a:t>║ 🔐 Firebase Authentication         ║</a:t>
            </a:r>
          </a:p>
          <a:p>
            <a:r>
              <a:rPr lang="zh-TW" altLang="en-US" dirty="0"/>
              <a:t>║   └─ 校園帳號登入 / 權限驗證          ║</a:t>
            </a:r>
          </a:p>
          <a:p>
            <a:r>
              <a:rPr lang="zh-TW" altLang="en-US" dirty="0"/>
              <a:t>║ 🗃️ Firestore 資料庫                 ║</a:t>
            </a:r>
          </a:p>
          <a:p>
            <a:r>
              <a:rPr lang="zh-TW" altLang="en-US" dirty="0"/>
              <a:t>║   ├─ 建築資訊（名稱、樓層、區域）       ║</a:t>
            </a:r>
          </a:p>
          <a:p>
            <a:r>
              <a:rPr lang="zh-TW" altLang="en-US" dirty="0"/>
              <a:t>║   ├─ 導航節點（樓梯、教室、門口等）     ║</a:t>
            </a:r>
          </a:p>
          <a:p>
            <a:r>
              <a:rPr lang="zh-TW" altLang="en-US" dirty="0"/>
              <a:t>║   ├─ Beacon 座標 / 資料表            ║</a:t>
            </a:r>
          </a:p>
          <a:p>
            <a:r>
              <a:rPr lang="zh-TW" altLang="en-US" dirty="0"/>
              <a:t>║   └─ 使用者紀錄 / 錯誤回報             ║</a:t>
            </a:r>
          </a:p>
          <a:p>
            <a:r>
              <a:rPr lang="zh-TW" altLang="en-US" dirty="0"/>
              <a:t>║ 📦 Firebase Storage（可選）           ║</a:t>
            </a:r>
          </a:p>
          <a:p>
            <a:r>
              <a:rPr lang="zh-TW" altLang="en-US" dirty="0"/>
              <a:t>║   └─ 上傳地圖圖檔、圖示、建築平面圖     ║</a:t>
            </a:r>
          </a:p>
          <a:p>
            <a:r>
              <a:rPr lang="zh-TW" altLang="en-US" dirty="0"/>
              <a:t>╚══════════════════════════════════╝</a:t>
            </a:r>
          </a:p>
        </p:txBody>
      </p:sp>
    </p:spTree>
    <p:extLst>
      <p:ext uri="{BB962C8B-B14F-4D97-AF65-F5344CB8AC3E}">
        <p14:creationId xmlns:p14="http://schemas.microsoft.com/office/powerpoint/2010/main" val="271727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E8D53-E579-6DD7-45DB-0918F32D8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44034"/>
              </p:ext>
            </p:extLst>
          </p:nvPr>
        </p:nvGraphicFramePr>
        <p:xfrm>
          <a:off x="838200" y="392229"/>
          <a:ext cx="10515600" cy="3931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014661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2263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模組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技術建議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322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地圖引擎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Mapbox</a:t>
                      </a:r>
                      <a:r>
                        <a:rPr lang="en-US" dirty="0"/>
                        <a:t> SDK（</a:t>
                      </a:r>
                      <a:r>
                        <a:rPr lang="zh-TW" altLang="en-US" dirty="0"/>
                        <a:t>自由客製 </a:t>
                      </a:r>
                      <a:r>
                        <a:rPr lang="en-US" altLang="zh-TW" dirty="0"/>
                        <a:t>+ </a:t>
                      </a:r>
                      <a:r>
                        <a:rPr lang="zh-TW" altLang="en-US" dirty="0"/>
                        <a:t>可用室內地圖）或 </a:t>
                      </a:r>
                      <a:r>
                        <a:rPr lang="en-US" dirty="0"/>
                        <a:t>Google Maps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0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室內 </a:t>
                      </a:r>
                      <a:r>
                        <a:rPr lang="en-US"/>
                        <a:t>Beacon </a:t>
                      </a:r>
                      <a:r>
                        <a:rPr lang="zh-TW" altLang="en-US"/>
                        <a:t>定位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Estimote</a:t>
                      </a:r>
                      <a:r>
                        <a:rPr lang="en-US" dirty="0"/>
                        <a:t> / Kontakt.io </a:t>
                      </a:r>
                      <a:r>
                        <a:rPr lang="en-US" dirty="0" err="1"/>
                        <a:t>SDK（iOS</a:t>
                      </a:r>
                      <a:r>
                        <a:rPr lang="en-US" dirty="0"/>
                        <a:t> / Android </a:t>
                      </a:r>
                      <a:r>
                        <a:rPr lang="zh-TW" altLang="en-US" dirty="0"/>
                        <a:t>原生支援）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登入驗證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Firebase Authentication（支援 Email / Google 登入）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76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資料儲存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Firebase </a:t>
                      </a:r>
                      <a:r>
                        <a:rPr lang="en-US" dirty="0" err="1"/>
                        <a:t>Firestore</a:t>
                      </a:r>
                      <a:r>
                        <a:rPr lang="en-US" dirty="0"/>
                        <a:t>（</a:t>
                      </a:r>
                      <a:r>
                        <a:rPr lang="zh-TW" altLang="en-US" dirty="0"/>
                        <a:t>適合節點式導覽、</a:t>
                      </a:r>
                      <a:r>
                        <a:rPr lang="en-US" dirty="0"/>
                        <a:t>Beacon </a:t>
                      </a:r>
                      <a:r>
                        <a:rPr lang="zh-TW" altLang="en-US" dirty="0"/>
                        <a:t>對應表）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056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路線演算法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Dijkstra </a:t>
                      </a:r>
                      <a:r>
                        <a:rPr lang="zh-TW" altLang="en-US" dirty="0"/>
                        <a:t>或 </a:t>
                      </a:r>
                      <a:r>
                        <a:rPr lang="en-US" dirty="0"/>
                        <a:t>A*（</a:t>
                      </a:r>
                      <a:r>
                        <a:rPr lang="zh-TW" altLang="en-US" dirty="0"/>
                        <a:t>可寫在 </a:t>
                      </a:r>
                      <a:r>
                        <a:rPr lang="en-US" dirty="0"/>
                        <a:t>App </a:t>
                      </a:r>
                      <a:r>
                        <a:rPr lang="zh-TW" altLang="en-US" dirty="0"/>
                        <a:t>本地，也可部署 </a:t>
                      </a:r>
                      <a:r>
                        <a:rPr lang="en-US" dirty="0"/>
                        <a:t>Firebase Function）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142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語言支援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原生 </a:t>
                      </a:r>
                      <a:r>
                        <a:rPr lang="en-US" dirty="0"/>
                        <a:t>i18n </a:t>
                      </a:r>
                      <a:r>
                        <a:rPr lang="zh-TW" altLang="en-US" dirty="0"/>
                        <a:t>套件（例如 </a:t>
                      </a:r>
                      <a:r>
                        <a:rPr lang="en-US" dirty="0"/>
                        <a:t>Android </a:t>
                      </a:r>
                      <a:r>
                        <a:rPr lang="zh-TW" altLang="en-US" dirty="0"/>
                        <a:t>的 </a:t>
                      </a:r>
                      <a:r>
                        <a:rPr lang="en-US" dirty="0"/>
                        <a:t>strings.xml / iOS </a:t>
                      </a:r>
                      <a:r>
                        <a:rPr lang="zh-TW" altLang="en-US" dirty="0"/>
                        <a:t>的 </a:t>
                      </a:r>
                      <a:r>
                        <a:rPr lang="en-US" dirty="0" err="1"/>
                        <a:t>Localizable.strings</a:t>
                      </a:r>
                      <a:r>
                        <a:rPr lang="en-US" dirty="0"/>
                        <a:t>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51515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E48AEFD-7410-CAD0-7619-F8BE3DFED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482331"/>
              </p:ext>
            </p:extLst>
          </p:nvPr>
        </p:nvGraphicFramePr>
        <p:xfrm>
          <a:off x="838200" y="4419993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79507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07779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功能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說明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519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🕒 </a:t>
                      </a:r>
                      <a:r>
                        <a:rPr lang="en-US"/>
                        <a:t>Beacon </a:t>
                      </a:r>
                      <a:r>
                        <a:rPr lang="zh-TW" altLang="en-US"/>
                        <a:t>打卡紀錄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學生經過某些 </a:t>
                      </a:r>
                      <a:r>
                        <a:rPr lang="en-US" altLang="zh-TW"/>
                        <a:t>Beacon </a:t>
                      </a:r>
                      <a:r>
                        <a:rPr lang="zh-TW" altLang="en-US"/>
                        <a:t>自動記錄行動軌跡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449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🔄 雙向導覽切換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訪客 ↔ 學生不同角色有不同導航提示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095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📢 推播通知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接近某建築時推播活動或公告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98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🧭 </a:t>
                      </a:r>
                      <a:r>
                        <a:rPr lang="en-US"/>
                        <a:t>AR </a:t>
                      </a:r>
                      <a:r>
                        <a:rPr lang="zh-TW" altLang="en-US"/>
                        <a:t>實景導航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ARKit (iOS) / ARCore (Android) </a:t>
                      </a:r>
                      <a:r>
                        <a:rPr lang="zh-TW" altLang="en-US"/>
                        <a:t>輔助視覺導航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361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🧑‍🎓 身份分流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教職員、學生、訪客進入不同導覽視圖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668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1067</Words>
  <Application>Microsoft Office PowerPoint</Application>
  <PresentationFormat>寬螢幕</PresentationFormat>
  <Paragraphs>88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hong0724134@gmail.com</dc:creator>
  <cp:lastModifiedBy>hong0724134@gmail.com</cp:lastModifiedBy>
  <cp:revision>1</cp:revision>
  <dcterms:created xsi:type="dcterms:W3CDTF">2025-04-20T05:32:03Z</dcterms:created>
  <dcterms:modified xsi:type="dcterms:W3CDTF">2025-04-20T06:59:51Z</dcterms:modified>
</cp:coreProperties>
</file>